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2a544ce95f4bca" /><Relationship Type="http://schemas.openxmlformats.org/officeDocument/2006/relationships/extended-properties" Target="/docProps/app.xml" Id="Ra979c2e2e690419c" /><Relationship Type="http://schemas.openxmlformats.org/officeDocument/2006/relationships/officeDocument" Target="/ppt/presentation.xml" Id="R9849635e278741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42a51ac73d4f76"/>
  </p:sldMasterIdLst>
  <p:notesMasterIdLst>
    <p:notesMasterId xmlns:r="http://schemas.openxmlformats.org/officeDocument/2006/relationships" r:id="Re99feaa009b8430c"/>
  </p:notesMasterIdLst>
  <p:sldIdLst>
    <p:sldId xmlns:r="http://schemas.openxmlformats.org/officeDocument/2006/relationships" id="256" r:id="R2c3831d177904e16"/>
    <p:sldId xmlns:r="http://schemas.openxmlformats.org/officeDocument/2006/relationships" id="257" r:id="Rf87fc15cf2bb4c2b"/>
    <p:sldId xmlns:r="http://schemas.openxmlformats.org/officeDocument/2006/relationships" id="258" r:id="R55fd50e1a36d421e"/>
    <p:sldId xmlns:r="http://schemas.openxmlformats.org/officeDocument/2006/relationships" id="259" r:id="R384772924838414f"/>
    <p:sldId xmlns:r="http://schemas.openxmlformats.org/officeDocument/2006/relationships" id="260" r:id="R5eb4f1b3b39146e6"/>
    <p:sldId xmlns:r="http://schemas.openxmlformats.org/officeDocument/2006/relationships" id="261" r:id="R4125a1266eee4919"/>
    <p:sldId xmlns:r="http://schemas.openxmlformats.org/officeDocument/2006/relationships" id="262" r:id="R5123c3e80c2d4ece"/>
    <p:sldId xmlns:r="http://schemas.openxmlformats.org/officeDocument/2006/relationships" id="263" r:id="R85e21657107848dc"/>
    <p:sldId xmlns:r="http://schemas.openxmlformats.org/officeDocument/2006/relationships" id="264" r:id="Rcde18c2487d44027"/>
    <p:sldId xmlns:r="http://schemas.openxmlformats.org/officeDocument/2006/relationships" id="265" r:id="Rc5a9e9e3277a4a8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24ffb6539649a7" /><Relationship Type="http://schemas.openxmlformats.org/officeDocument/2006/relationships/slideMaster" Target="/ppt/slideMasters/slideMaster1.xml" Id="R6d42a51ac73d4f76" /><Relationship Type="http://schemas.openxmlformats.org/officeDocument/2006/relationships/notesMaster" Target="/ppt/notesMasters/notesMaster1.xml" Id="Re99feaa009b8430c" /><Relationship Type="http://schemas.openxmlformats.org/officeDocument/2006/relationships/presProps" Target="/ppt/presProps.xml" Id="Rf0c3b3b93d034399" /><Relationship Type="http://schemas.openxmlformats.org/officeDocument/2006/relationships/tableStyles" Target="/ppt/tableStyles.xml" Id="R96ba0734be5a4c42" /><Relationship Type="http://schemas.openxmlformats.org/officeDocument/2006/relationships/slide" Target="/ppt/slides/slide1.xml" Id="R2c3831d177904e16" /><Relationship Type="http://schemas.openxmlformats.org/officeDocument/2006/relationships/slide" Target="/ppt/slides/slide2.xml" Id="Rf87fc15cf2bb4c2b" /><Relationship Type="http://schemas.openxmlformats.org/officeDocument/2006/relationships/slide" Target="/ppt/slides/slide3.xml" Id="R55fd50e1a36d421e" /><Relationship Type="http://schemas.openxmlformats.org/officeDocument/2006/relationships/slide" Target="/ppt/slides/slide4.xml" Id="R384772924838414f" /><Relationship Type="http://schemas.openxmlformats.org/officeDocument/2006/relationships/slide" Target="/ppt/slides/slide5.xml" Id="R5eb4f1b3b39146e6" /><Relationship Type="http://schemas.openxmlformats.org/officeDocument/2006/relationships/slide" Target="/ppt/slides/slide6.xml" Id="R4125a1266eee4919" /><Relationship Type="http://schemas.openxmlformats.org/officeDocument/2006/relationships/slide" Target="/ppt/slides/slide7.xml" Id="R5123c3e80c2d4ece" /><Relationship Type="http://schemas.openxmlformats.org/officeDocument/2006/relationships/slide" Target="/ppt/slides/slide8.xml" Id="R85e21657107848dc" /><Relationship Type="http://schemas.openxmlformats.org/officeDocument/2006/relationships/slide" Target="/ppt/slides/slide9.xml" Id="Rcde18c2487d44027" /><Relationship Type="http://schemas.openxmlformats.org/officeDocument/2006/relationships/slide" Target="/ppt/slides/slide10.xml" Id="Rc5a9e9e3277a4a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eb3bcf2f584e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8619d845b74cba" /><Relationship Type="http://schemas.openxmlformats.org/officeDocument/2006/relationships/notesMaster" Target="/ppt/notesMasters/notesMaster1.xml" Id="R870920fea63041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2f0000f99a447d" /><Relationship Type="http://schemas.openxmlformats.org/officeDocument/2006/relationships/notesMaster" Target="/ppt/notesMasters/notesMaster1.xml" Id="R18c2521ab15c47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87ffc441604771" /><Relationship Type="http://schemas.openxmlformats.org/officeDocument/2006/relationships/notesMaster" Target="/ppt/notesMasters/notesMaster1.xml" Id="R9b119e7e301b4a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141c9531da4f6f" /><Relationship Type="http://schemas.openxmlformats.org/officeDocument/2006/relationships/notesMaster" Target="/ppt/notesMasters/notesMaster1.xml" Id="R56ded76c8e014d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4792d566bf4750" /><Relationship Type="http://schemas.openxmlformats.org/officeDocument/2006/relationships/notesMaster" Target="/ppt/notesMasters/notesMaster1.xml" Id="Rc22468f8759a40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f633b1b3844177" /><Relationship Type="http://schemas.openxmlformats.org/officeDocument/2006/relationships/notesMaster" Target="/ppt/notesMasters/notesMaster1.xml" Id="R50752109f67c46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29128cdb0fe4dbb" /><Relationship Type="http://schemas.openxmlformats.org/officeDocument/2006/relationships/notesMaster" Target="/ppt/notesMasters/notesMaster1.xml" Id="R5444a11b87bc442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4209c669b1425d" /><Relationship Type="http://schemas.openxmlformats.org/officeDocument/2006/relationships/notesMaster" Target="/ppt/notesMasters/notesMaster1.xml" Id="Rb94e9de21398447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d32a6d913b54029" /><Relationship Type="http://schemas.openxmlformats.org/officeDocument/2006/relationships/notesMaster" Target="/ppt/notesMasters/notesMaster1.xml" Id="R6fa181845d374c3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1231479fd1d4bd3" /><Relationship Type="http://schemas.openxmlformats.org/officeDocument/2006/relationships/notesMaster" Target="/ppt/notesMasters/notesMaster1.xml" Id="R0ed217bc7fd144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bf5fa9421d41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633d3cd37b48f8" /><Relationship Type="http://schemas.openxmlformats.org/officeDocument/2006/relationships/slideLayout" Target="/ppt/slideLayouts/slideLayout1.xml" Id="R377bcd552fdf47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7bcd552fdf47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93a8c80a32437f" /><Relationship Type="http://schemas.openxmlformats.org/officeDocument/2006/relationships/image" Target="/ppt/media/image.jpeg" Id="Rddfa226d87c84bf2" /><Relationship Type="http://schemas.openxmlformats.org/officeDocument/2006/relationships/image" Target="/ppt/media/image.png" Id="R828ad0a9708741d1" /><Relationship Type="http://schemas.openxmlformats.org/officeDocument/2006/relationships/notesSlide" Target="/ppt/notesSlides/notesSlide1.xml" Id="Rc9d0d4b2548e42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62dd11742a467d" /><Relationship Type="http://schemas.openxmlformats.org/officeDocument/2006/relationships/notesSlide" Target="/ppt/notesSlides/notesSlide2.xml" Id="R1c0707fdc3aa4d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26d86d9b714a89" /><Relationship Type="http://schemas.openxmlformats.org/officeDocument/2006/relationships/notesSlide" Target="/ppt/notesSlides/notesSlide3.xml" Id="R92b6f8e67c774a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9ee4d8d5445b8" /><Relationship Type="http://schemas.openxmlformats.org/officeDocument/2006/relationships/notesSlide" Target="/ppt/notesSlides/notesSlide4.xml" Id="R6a01c71492be41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008a9f6c794b8d" /><Relationship Type="http://schemas.openxmlformats.org/officeDocument/2006/relationships/notesSlide" Target="/ppt/notesSlides/notesSlide5.xml" Id="Rfb973f45b65443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4e976c39ce40ee" /><Relationship Type="http://schemas.openxmlformats.org/officeDocument/2006/relationships/notesSlide" Target="/ppt/notesSlides/notesSlide6.xml" Id="Ra76d0dca8ba84a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b53faf0f81499f" /><Relationship Type="http://schemas.openxmlformats.org/officeDocument/2006/relationships/notesSlide" Target="/ppt/notesSlides/notesSlide7.xml" Id="R37d2d4a7450d4c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dafe03080642b2" /><Relationship Type="http://schemas.openxmlformats.org/officeDocument/2006/relationships/image" Target="/ppt/media/image2.jpeg" Id="Rd608eddf82f44771" /><Relationship Type="http://schemas.openxmlformats.org/officeDocument/2006/relationships/notesSlide" Target="/ppt/notesSlides/notesSlide8.xml" Id="Rff95d96ebfca4d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810ff2b0bb4b87" /><Relationship Type="http://schemas.openxmlformats.org/officeDocument/2006/relationships/image" Target="/ppt/media/image2.png" Id="Rd1a6299e316040ca" /><Relationship Type="http://schemas.openxmlformats.org/officeDocument/2006/relationships/notesSlide" Target="/ppt/notesSlides/notesSlide9.xml" Id="Rf18cdd7c9d49448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f00050e5674fb6" /><Relationship Type="http://schemas.openxmlformats.org/officeDocument/2006/relationships/notesSlide" Target="/ppt/notesSlides/notesSlide10.xml" Id="R73b2eaf9113243b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fa226d87c84bf2"/>
          <a:srcRect xmlns:a="http://schemas.openxmlformats.org/drawingml/2006/main" l="28505" t="0" r="2850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0" y="0"/>
            <a:ext cx="5238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3F737D-724C-447F-A783-D6B2CD3F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8ad0a9708741d1"/>
          <a:stretch xmlns:a="http://schemas.openxmlformats.org/drawingml/2006/main"/>
        </p:blipFill>
        <p:spPr>
          <a:xfrm xmlns:a="http://schemas.openxmlformats.org/drawingml/2006/main">
            <a:off x="552450" y="533400"/>
            <a:ext cx="1066800" cy="1066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76BE41-AB7C-4908-9269-514E9400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47857"/>
                </a:solidFill>
              </a:defRPr>
            </a:pPr>
            <a:r>
              <a:rPr sz="1350" b="1">
                <a:solidFill>
                  <a:srgbClr val="047857"/>
                </a:solidFill>
              </a:rPr>
              <a:t>CAVM CLUB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76BA1C-7907-4CAD-BCA8-BC2D7200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6000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0F172A"/>
                </a:solidFill>
              </a:defRPr>
            </a:pPr>
            <a:r>
              <a:rPr sz="4800" b="1">
                <a:solidFill>
                  <a:srgbClr val="0F172A"/>
                </a:solidFill>
              </a:rPr>
              <a:t>Website Operating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3C2AA6-4DDB-47F8-A7B6-0EFF3A0E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533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75569"/>
                </a:solidFill>
              </a:defRPr>
            </a:pPr>
            <a:r>
              <a:rPr sz="1875" b="0">
                <a:solidFill>
                  <a:srgbClr val="475569"/>
                </a:solidFill>
              </a:rPr>
              <a:t>How to use the public website, admin dashboard, visitor forms, and content updates.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E94767-36FF-48B1-A9D0-A14E8B8E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Live site: cavm-opportunity-hub-uaeu-2026.netlify.app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2E3E10-8D81-47EC-8512-A5C9057C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007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Prepared for CAVM Club</a:t>
            </a:r>
          </a:p>
        </p:txBody>
      </p:sp>
    </p:spTree>
    <p:extLst>
      <p:ext uri="{BB962C8B-B14F-4D97-AF65-F5344CB8AC3E}">
        <p14:creationId xmlns:p14="http://schemas.microsoft.com/office/powerpoint/2010/main" val="16522722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E40ABB-5C26-4AAC-82A3-A7B702CB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47857"/>
                </a:solidFill>
              </a:defRPr>
            </a:pPr>
            <a:r>
              <a:rPr sz="1125" b="1">
                <a:solidFill>
                  <a:srgbClr val="047857"/>
                </a:solidFill>
              </a:rPr>
              <a:t>SITE PURPOSE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6707A-3FF1-4308-8730-965FDF83B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F172A"/>
                </a:solidFill>
              </a:defRPr>
            </a:pPr>
            <a:r>
              <a:rPr sz="3225" b="1">
                <a:solidFill>
                  <a:srgbClr val="0F172A"/>
                </a:solidFill>
              </a:rPr>
              <a:t>What the website is built to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0A4460-A956-4965-AE7D-D9AAE127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DF"/>
          </a:solidFill>
          <a:ln xmlns:a="http://schemas.openxmlformats.org/drawingml/2006/main" w="0">
            <a:solidFill>
              <a:srgbClr val="D9E5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7FFADF-D3DC-446B-B375-1D3FE1F2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CAVM Club Website Operating Guide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751B55-842A-4479-8296-A1A796BE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78C99D-4410-461E-9A67-8CBF9500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3429000" cy="2857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5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8B1DFC-7B77-4F7E-9958-B8C0DB7D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478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783026-D77C-46A0-B3DA-8D649333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62175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Public presence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2B6D10-A1B0-4756-9B87-CD725C35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19375"/>
            <a:ext cx="29718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- Show club history, achievements, media, events, members, alumni, and partners.</a:t>
            </a:r>
          </a:p>
          <a:p xmlns:a="http://schemas.openxmlformats.org/drawingml/2006/main">
            <a:pPr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- Give CAVM Club a professional home beyond social media.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A8EEF7-FF78-49BF-9AEA-DF800F1D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52625"/>
            <a:ext cx="3429000" cy="2857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5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35C553-1EDB-42C0-955E-073194E24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52625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5C4CD3-CB08-4B1F-BA04-37B96841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62175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Opportunity hub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52A8E7-C3E3-4968-A4B5-A746F8B1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19375"/>
            <a:ext cx="29718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- Collect internships, volunteering, research, visits, scholarships, programs, and jobs.</a:t>
            </a:r>
          </a:p>
          <a:p xmlns:a="http://schemas.openxmlformats.org/drawingml/2006/main">
            <a:pPr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- Help students find opportunities by sector and interest.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FBFB72-4FC3-4407-AA9D-A6404644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52625"/>
            <a:ext cx="3429000" cy="2857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5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DF914D-F015-4A2F-AF50-6C30DE1D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52625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6D0DF2-9764-46B9-B27A-B049EAF4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62175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Admin dashboard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D85315-C296-469F-944D-B518FA3F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19375"/>
            <a:ext cx="29718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- Review visitor submissions.</a:t>
            </a:r>
          </a:p>
          <a:p xmlns:a="http://schemas.openxmlformats.org/drawingml/2006/main">
            <a:pPr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- Add and edit events, opportunities, achievements, media, members, and alumni.</a:t>
            </a:r>
          </a:p>
        </p:txBody>
      </p:sp>
    </p:spTree>
    <p:extLst>
      <p:ext uri="{BB962C8B-B14F-4D97-AF65-F5344CB8AC3E}">
        <p14:creationId xmlns:p14="http://schemas.microsoft.com/office/powerpoint/2010/main" val="11063174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972B38-9A9B-4E07-A3F2-D18E7E68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47857"/>
                </a:solidFill>
              </a:defRPr>
            </a:pPr>
            <a:r>
              <a:rPr sz="1125" b="1">
                <a:solidFill>
                  <a:srgbClr val="047857"/>
                </a:solidFill>
              </a:rPr>
              <a:t>VISITOR PATHS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67BCB9-1A80-45AC-808B-E6D8BAC8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F172A"/>
                </a:solidFill>
              </a:defRPr>
            </a:pPr>
            <a:r>
              <a:rPr sz="3225" b="1">
                <a:solidFill>
                  <a:srgbClr val="0F172A"/>
                </a:solidFill>
              </a:rPr>
              <a:t>Where visitors go and what they submit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CFF3CF-F995-406C-A6C0-EF761F0B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DF"/>
          </a:solidFill>
          <a:ln xmlns:a="http://schemas.openxmlformats.org/drawingml/2006/main" w="0">
            <a:solidFill>
              <a:srgbClr val="D9E5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EB87CC-2C9E-4D2B-B705-D2D5F737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CAVM Club Website Operating Guide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81CE2D-4D59-4059-8B22-0D7D8EE8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FE9110-C3E1-41DE-854E-22CCF7FB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5143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C7EA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D3E3CC-A5E2-42D1-9611-ADBDF65B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24075"/>
            <a:ext cx="49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47857"/>
                </a:solidFill>
              </a:defRPr>
            </a:pPr>
            <a:r>
              <a:rPr sz="2700" b="1">
                <a:solidFill>
                  <a:srgbClr val="047857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8BDEA8-7D1D-4202-AA5A-B89D32E1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62175"/>
            <a:ext cx="415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Register Interest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E17E3D-98BC-48A1-B21B-151B70DA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00325"/>
            <a:ext cx="4152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Students select sectors, opportunity types, locations, availability, and goals. Their form appears under Admin -&gt; Registered students.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C3C7DD-8CC2-4A28-8E5C-754BE91C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76625"/>
            <a:ext cx="5143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C7EA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D150E1-4372-4001-A12A-8940E9EE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48075"/>
            <a:ext cx="49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47857"/>
                </a:solidFill>
              </a:defRPr>
            </a:pPr>
            <a:r>
              <a:rPr sz="2700" b="1">
                <a:solidFill>
                  <a:srgbClr val="047857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5359C6-C729-4C18-B975-155C8219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86175"/>
            <a:ext cx="415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Event Registration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5AED0F-2DA4-4C8C-8E31-C4C0309B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24325"/>
            <a:ext cx="4152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On an event detail page, students submit name, email, student ID, phone, and notes. These appear under Admin -&gt; Contact messages.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D86AFE-15E7-4161-BF4B-DA6DBE19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52625"/>
            <a:ext cx="5143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C7EA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8F13A5-4AEB-47D9-8A9E-25BB4A61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24075"/>
            <a:ext cx="49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47857"/>
                </a:solidFill>
              </a:defRPr>
            </a:pPr>
            <a:r>
              <a:rPr sz="2700" b="1">
                <a:solidFill>
                  <a:srgbClr val="047857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880847-A889-448E-8C94-1F0DC0D9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162175"/>
            <a:ext cx="415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Partner With 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DDAC7B-E587-4E16-8207-6A5C162C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600325"/>
            <a:ext cx="4152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External partners submit organization details and opportunity information. These appear under Admin -&gt; Partner submissions.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2D29C7-A5AC-44B3-B627-C6EF82B2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76625"/>
            <a:ext cx="5143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C7EA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73B74F-8EA1-4EB3-8A40-06BB3374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48075"/>
            <a:ext cx="49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47857"/>
                </a:solidFill>
              </a:defRPr>
            </a:pPr>
            <a:r>
              <a:rPr sz="2700" b="1">
                <a:solidFill>
                  <a:srgbClr val="047857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F1A27C-99C9-4792-BCEA-3C2FF210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686175"/>
            <a:ext cx="415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Contact and Opportunity Interest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829B07-9607-443D-A59F-3A83FDCA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124325"/>
            <a:ext cx="4152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Questions, contact messages, and opportunity interest forms appear under Admin -&gt; Contact messages.</a:t>
            </a:r>
          </a:p>
        </p:txBody>
      </p:sp>
    </p:spTree>
    <p:extLst>
      <p:ext uri="{BB962C8B-B14F-4D97-AF65-F5344CB8AC3E}">
        <p14:creationId xmlns:p14="http://schemas.microsoft.com/office/powerpoint/2010/main" val="8824896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4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37808A-5B83-4DD2-AA57-814F78B4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6EFAC"/>
                </a:solidFill>
              </a:defRPr>
            </a:pPr>
            <a:r>
              <a:rPr sz="1200" b="1">
                <a:solidFill>
                  <a:srgbClr val="86EFAC"/>
                </a:solidFill>
              </a:rPr>
              <a:t>ADMIN ACCESS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01C8FE-50D7-4C15-9F64-901AECC4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590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How to sign 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4B02E0-B56E-4311-8722-7CFE8C0A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49530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1ACC15-B562-4F12-9902-29974832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Admin login link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2BF2BC-0AE1-437C-BB30-752F7268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47857"/>
                </a:solidFill>
              </a:defRPr>
            </a:pPr>
            <a:r>
              <a:rPr sz="1500" b="0">
                <a:solidFill>
                  <a:srgbClr val="047857"/>
                </a:solidFill>
              </a:rPr>
              <a:t>cavm-opportunity-hub-uaeu-2026.netlify.app</a:t>
            </a:r>
          </a:p>
          <a:p xmlns:a="http://schemas.openxmlformats.org/drawingml/2006/main">
            <a:pPr>
              <a:defRPr sz="1500" b="0">
                <a:solidFill>
                  <a:srgbClr val="047857"/>
                </a:solidFill>
              </a:defRPr>
            </a:pPr>
            <a:r>
              <a:rPr sz="1500" b="0">
                <a:solidFill>
                  <a:srgbClr val="047857"/>
                </a:solidFill>
              </a:rPr>
              <a:t>/admin/login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C0426D-B560-46B0-B3A6-1EDBFA2E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Username: CAVM_ADMIN</a:t>
            </a:r>
          </a:p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Password: CAVM_ADMIN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EF6C66-AE1F-499E-9A84-D4F5F315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49530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10231C"/>
          </a:solidFill>
          <a:ln xmlns:a="http://schemas.openxmlformats.org/drawingml/2006/main" w="9525">
            <a:solidFill>
              <a:srgbClr val="164E3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DD6BFB-16E1-46DE-B6F7-C42B3C1D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050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Important security note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7000F3-E39B-484B-8BCA-F3D8A445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5750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1FAE5"/>
                </a:solidFill>
              </a:defRPr>
            </a:pPr>
            <a:r>
              <a:rPr sz="1650" b="0">
                <a:solidFill>
                  <a:srgbClr val="D1FAE5"/>
                </a:solidFill>
              </a:rPr>
              <a:t>Only trusted committee/admin members should receive these credentials. If the site is shared broadly, change the admin password in Netlify environment variables.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36D1F2-79F6-4990-B574-3D16FE39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DF"/>
          </a:solidFill>
          <a:ln xmlns:a="http://schemas.openxmlformats.org/drawingml/2006/main" w="0">
            <a:solidFill>
              <a:srgbClr val="D9E5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F05313-3AAC-4C6A-A224-0F0AC63F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CAVM Club Website Operating Guide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B448C1-18D5-4520-89B7-50A8ACC7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825514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BBC865-0D29-4029-BDBD-23C56D32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47857"/>
                </a:solidFill>
              </a:defRPr>
            </a:pPr>
            <a:r>
              <a:rPr sz="1125" b="1">
                <a:solidFill>
                  <a:srgbClr val="047857"/>
                </a:solidFill>
              </a:rPr>
              <a:t>VISITOR SUBMISSIONS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C09DFE-DC1C-4CC6-B52C-EB1D30B4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F172A"/>
                </a:solidFill>
              </a:defRPr>
            </a:pPr>
            <a:r>
              <a:rPr sz="3225" b="1">
                <a:solidFill>
                  <a:srgbClr val="0F172A"/>
                </a:solidFill>
              </a:rPr>
              <a:t>Where each form appears in admin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8CCE99-5DE7-4EA6-8062-83FE2888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DF"/>
          </a:solidFill>
          <a:ln xmlns:a="http://schemas.openxmlformats.org/drawingml/2006/main" w="0">
            <a:solidFill>
              <a:srgbClr val="D9E5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FF53C7-18C5-4C90-91AA-A45EB58E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CAVM Club Website Operating Guide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D870D4-A332-4295-A06A-DDBFC430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25A212-DA18-4115-BFF0-9FB1FC8C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D9E5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7E2439-540E-40E4-AA35-25912A35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Visitor form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341F14-DE32-4CDE-B799-5C592F01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9621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D9E5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A61EB3-BBBB-4004-A348-9521F601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09550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Admin page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47438D-30A0-41A7-A937-546AA4DA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962150"/>
            <a:ext cx="504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D9E5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5EFBAA-ACF4-43FE-84AA-6B8247D2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9550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What to 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D5FFF3-AF50-46D6-8909-C3E93FE9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146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5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FC985C-3B20-473C-80EB-29940697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Register Interest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43B6E5-3D5E-4F6E-A348-855CE126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146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5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E1A168-4FAD-47A0-BECD-FE8A5399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4795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/admin/students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FDF265-A644-463A-B38F-5B4F6E64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514600"/>
            <a:ext cx="504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5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6864A1-3777-4631-A0F3-A5AE5F1C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479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Student sectors, goals, availability, matches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C8332B-EC28-4607-AE7A-3BB17F4B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670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D9E5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726D39-5525-404B-B286-A82F080C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Partner With 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640487-F4A4-421B-B503-C794E069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670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D9E5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8D4844-61CE-49B9-ABF1-EAB58947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0040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/admin/partner-submissions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1A2612-7914-4D40-BCD2-2AAD4BAF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67050"/>
            <a:ext cx="504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D9E5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A55EBE-36C3-43E9-9635-29744A37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0040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Partner details, opportunity proposal, approval status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E137EE-BF68-41A5-9F3B-722F2C32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5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7D95EC-A310-49B3-8DB8-3ABC8344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Contact form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556662-427B-4E98-AFC6-13DFF47B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195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5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3A046D-D12C-4A38-ADDB-9F1222D6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5285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/admin/contact-submissions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522338-54D5-4B49-9DE1-F564C0EE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619500"/>
            <a:ext cx="504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5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5C4236-FF33-4DE1-B340-9A360AA3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528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Questions, media requests, collaboration messages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655878-52EC-4A0C-B8AE-B35C15C6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D9E5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A24C15-DED8-4D59-8B93-98EBF59B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Opportunity interest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193F56-50BF-4F3D-A16C-BE0B797B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719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D9E5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CF81D5-4125-41F3-BBE2-D00CB40D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30530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/admin/contact-submissions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643426-EDEC-46A2-A5EF-0A993EE5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171950"/>
            <a:ext cx="504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D9E5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A30CC2-4FEC-48AC-B09D-39B10FED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0530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Student name, email, target opportunity, note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66A654-4DEA-487C-B8C0-31ACCF29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244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5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D774E7-DBD3-4CF9-BD45-67B75D33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Event registration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7EF890-E50E-49F4-934A-493A7D12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7244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5D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78AA8D6-4924-463C-8C24-0FC4AADC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85775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/admin/contact-submissions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4B1051D-E825-4A1B-B41C-FEBBCD34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724400"/>
            <a:ext cx="504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5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5B84528-CC6E-4C7A-B635-13AA672E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8577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Event title, student details, phone, message</a:t>
            </a:r>
          </a:p>
        </p:txBody>
      </p:sp>
    </p:spTree>
    <p:extLst>
      <p:ext uri="{BB962C8B-B14F-4D97-AF65-F5344CB8AC3E}">
        <p14:creationId xmlns:p14="http://schemas.microsoft.com/office/powerpoint/2010/main" val="1512348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B9F578-CEB6-4B3B-92D1-C0BCE41F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47857"/>
                </a:solidFill>
              </a:defRPr>
            </a:pPr>
            <a:r>
              <a:rPr sz="1125" b="1">
                <a:solidFill>
                  <a:srgbClr val="047857"/>
                </a:solidFill>
              </a:rPr>
              <a:t>CONTENT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81E7BE-5DB9-4827-85EB-492D2664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F172A"/>
                </a:solidFill>
              </a:defRPr>
            </a:pPr>
            <a:r>
              <a:rPr sz="3225" b="1">
                <a:solidFill>
                  <a:srgbClr val="0F172A"/>
                </a:solidFill>
              </a:rPr>
              <a:t>How admins update the website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51F6B3-0A92-4BCF-B832-A59A0741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DF"/>
          </a:solidFill>
          <a:ln xmlns:a="http://schemas.openxmlformats.org/drawingml/2006/main" w="0">
            <a:solidFill>
              <a:srgbClr val="D9E5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70B7C9-A48E-47A5-8BD1-0CB91D36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CAVM Club Website Operating Guide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07EAA-F343-477B-88FB-2B3FEC64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0AFC9F-F989-48A9-B043-4B202BE4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3429000" cy="2857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5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AE93D3-9710-47C0-B5E8-4FABD6A9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478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864DDA-86D2-4E10-AB83-017E7EC3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62175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Opportunities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515A8A-5A1F-4556-AA82-276CAB88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19375"/>
            <a:ext cx="29718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- Add student opportunities.</a:t>
            </a:r>
          </a:p>
          <a:p xmlns:a="http://schemas.openxmlformats.org/drawingml/2006/main">
            <a:pPr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- Set type, sectors, deadline, contact, source, and status.</a:t>
            </a:r>
          </a:p>
          <a:p xmlns:a="http://schemas.openxmlformats.org/drawingml/2006/main">
            <a:pPr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- Partner submissions can be approved into opportunities.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BE5C44-9D17-434A-9ABC-B6BDD3D6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52625"/>
            <a:ext cx="3429000" cy="2857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5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99A6F9-A771-4832-AA65-98A73D86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52625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B898F5-D983-4900-8E25-2628EF27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62175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Events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52DC6A-F853-4AAC-997E-418853B5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19375"/>
            <a:ext cx="29718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- Create events with date, time, location, image, and registration URL.</a:t>
            </a:r>
          </a:p>
          <a:p xmlns:a="http://schemas.openxmlformats.org/drawingml/2006/main">
            <a:pPr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- Use statuses: upcoming, closing soon, completed, closed, cancelled.</a:t>
            </a:r>
          </a:p>
          <a:p xmlns:a="http://schemas.openxmlformats.org/drawingml/2006/main">
            <a:pPr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- Upcoming and active events show first.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B80F03-D53B-4797-B45E-1C6CFD3C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52625"/>
            <a:ext cx="3429000" cy="2857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5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659D70-4903-4563-A616-CF67FCC4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52625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80FC72-6F4B-41CE-A80F-0FFB3071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62175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Achievements, media, members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3E00FD-BDDC-4CF6-BD7F-1DE5E1D9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19375"/>
            <a:ext cx="29718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- Add achievements and public highlights.</a:t>
            </a:r>
          </a:p>
          <a:p xmlns:a="http://schemas.openxmlformats.org/drawingml/2006/main">
            <a:pPr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- Use approved images only.</a:t>
            </a:r>
          </a:p>
          <a:p xmlns:a="http://schemas.openxmlformats.org/drawingml/2006/main">
            <a:pPr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- Keep member/alumni details consent-based.</a:t>
            </a:r>
          </a:p>
        </p:txBody>
      </p:sp>
    </p:spTree>
    <p:extLst>
      <p:ext uri="{BB962C8B-B14F-4D97-AF65-F5344CB8AC3E}">
        <p14:creationId xmlns:p14="http://schemas.microsoft.com/office/powerpoint/2010/main" val="2608231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7FB228-B259-4CA1-878A-CC253535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47857"/>
                </a:solidFill>
              </a:defRPr>
            </a:pPr>
            <a:r>
              <a:rPr sz="1125" b="1">
                <a:solidFill>
                  <a:srgbClr val="047857"/>
                </a:solidFill>
              </a:rPr>
              <a:t>EVENT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F53398-5552-4C72-BC80-C81427DE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F172A"/>
                </a:solidFill>
              </a:defRPr>
            </a:pPr>
            <a:r>
              <a:rPr sz="3225" b="1">
                <a:solidFill>
                  <a:srgbClr val="0F172A"/>
                </a:solidFill>
              </a:rPr>
              <a:t>From planned event to archive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432195-BA7D-48FE-8D13-B4E3DF43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DF"/>
          </a:solidFill>
          <a:ln xmlns:a="http://schemas.openxmlformats.org/drawingml/2006/main" w="0">
            <a:solidFill>
              <a:srgbClr val="D9E5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376499-7162-4216-948E-4ADD494F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CAVM Club Website Operating Guide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85E372-1F9A-4FF4-9657-32E8F75D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B09E37-28B4-44DB-BF90-9A684F01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429000" cy="1714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C7EA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552035-8CBA-45B0-A45C-45C84FC7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49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47857"/>
                </a:solidFill>
              </a:defRPr>
            </a:pPr>
            <a:r>
              <a:rPr sz="2700" b="1">
                <a:solidFill>
                  <a:srgbClr val="047857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2B891E-3E96-4A3A-8BC5-041E74EF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9075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Create or edit event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5C6207-29D0-4F3F-B1AC-AA558224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28900"/>
            <a:ext cx="2438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Go to Admin -&gt; Events. Add title, date, time, location, category, status, image, and description.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10E3A8-AD81-42A8-9C08-280CEE65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81200"/>
            <a:ext cx="3429000" cy="1714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C7EA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5982C0-3F69-4038-B121-F2CE3AED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52650"/>
            <a:ext cx="49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47857"/>
                </a:solidFill>
              </a:defRPr>
            </a:pPr>
            <a:r>
              <a:rPr sz="2700" b="1">
                <a:solidFill>
                  <a:srgbClr val="047857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D9D4B4-B3CC-471B-9051-87E963AC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19075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Collect registrations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A64593-C430-40A1-ACF2-B4D9E8E7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28900"/>
            <a:ext cx="2438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Keep the event active as upcoming or closing soon. Visitors can register from the event detail page.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927052-6F06-4FEE-A2AC-ECFAB1D8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81200"/>
            <a:ext cx="3429000" cy="1714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C7EA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5D5AB7-5E70-4EE6-A033-4285C731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52650"/>
            <a:ext cx="49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47857"/>
                </a:solidFill>
              </a:defRPr>
            </a:pPr>
            <a:r>
              <a:rPr sz="2700" b="1">
                <a:solidFill>
                  <a:srgbClr val="047857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2B37A6-387D-4ED4-BD24-8979584E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9075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Close after event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139B56-B2C3-47CA-81A9-6509E451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28900"/>
            <a:ext cx="2438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After the event passes, change the status to completed or closed so visitors understand registration is no longer open.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927237-476E-40D6-B565-F53A80BC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767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47857"/>
                </a:solidFill>
              </a:defRPr>
            </a:pPr>
            <a:r>
              <a:rPr sz="1800" b="1">
                <a:solidFill>
                  <a:srgbClr val="047857"/>
                </a:solidFill>
              </a:rPr>
              <a:t>Tip: event registrations are saved as Contact messages because they are direct visitor requests for club follow-up.</a:t>
            </a:r>
          </a:p>
        </p:txBody>
      </p:sp>
    </p:spTree>
    <p:extLst>
      <p:ext uri="{BB962C8B-B14F-4D97-AF65-F5344CB8AC3E}">
        <p14:creationId xmlns:p14="http://schemas.microsoft.com/office/powerpoint/2010/main" val="20442467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4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08eddf82f44771"/>
          <a:srcRect xmlns:a="http://schemas.openxmlformats.org/drawingml/2006/main" l="22831" t="0" r="2283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4700" y="0"/>
            <a:ext cx="50673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560585-C5FA-46FF-B1F4-D2D7E2DA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24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0F"/>
          </a:solidFill>
          <a:ln xmlns:a="http://schemas.openxmlformats.org/drawingml/2006/main" w="0">
            <a:solidFill>
              <a:srgbClr val="07140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0593E8-C0A8-4766-9DC3-144142D3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6EFAC"/>
                </a:solidFill>
              </a:defRPr>
            </a:pPr>
            <a:r>
              <a:rPr sz="1200" b="1">
                <a:solidFill>
                  <a:srgbClr val="86EFAC"/>
                </a:solidFill>
              </a:rPr>
              <a:t>MEDIA AND ARCHIVE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B075DE-6A59-4D5F-A8D3-B1346B30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5905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Keep every photo in the right event album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22AB88-CDF9-40C7-9482-DF90EFC4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5810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1FAE5"/>
                </a:solidFill>
              </a:defRPr>
            </a:pPr>
            <a:r>
              <a:rPr sz="1800" b="0">
                <a:solidFill>
                  <a:srgbClr val="D1FAE5"/>
                </a:solidFill>
              </a:rPr>
              <a:t>The Media page groups supplied photos by event. When a new large album is added, keep the photos tied to that exact event so visitors can open the event and full album together.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96F72F-3A66-41F6-8585-00A65401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0"/>
            <a:ext cx="5810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BF7D0"/>
                </a:solidFill>
              </a:defRPr>
            </a:pPr>
            <a:r>
              <a:rPr sz="1650" b="0">
                <a:solidFill>
                  <a:srgbClr val="BBF7D0"/>
                </a:solidFill>
              </a:rPr>
              <a:t>For small public highlights, use Admin -&gt; Media. For full albums, ask the site maintainer to import and optimize the source folder.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C83354-73F3-458A-97E2-5AC63496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DF"/>
          </a:solidFill>
          <a:ln xmlns:a="http://schemas.openxmlformats.org/drawingml/2006/main" w="0">
            <a:solidFill>
              <a:srgbClr val="D9E5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130467-3C94-42C7-8570-6AA26680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CAVM Club Website Operating Guide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838E55-F6ED-48B2-94E9-2DC368A6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918149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224098-7B24-4910-A055-31462B69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47857"/>
                </a:solidFill>
              </a:defRPr>
            </a:pPr>
            <a:r>
              <a:rPr sz="1125" b="1">
                <a:solidFill>
                  <a:srgbClr val="047857"/>
                </a:solidFill>
              </a:rPr>
              <a:t>CONTACT AND LINKS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B2A194-8430-4681-A966-EAD6D839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F172A"/>
                </a:solidFill>
              </a:defRPr>
            </a:pPr>
            <a:r>
              <a:rPr sz="3225" b="1">
                <a:solidFill>
                  <a:srgbClr val="0F172A"/>
                </a:solidFill>
              </a:rPr>
              <a:t>How the official link hub works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5DA6AF-A4E0-49E3-9703-B13E2D1F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DF"/>
          </a:solidFill>
          <a:ln xmlns:a="http://schemas.openxmlformats.org/drawingml/2006/main" w="0">
            <a:solidFill>
              <a:srgbClr val="D9E5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491AE4-B4C4-4F32-8771-6CFCCE4C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CAVM Club Website Operating Guide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AF0455-4495-41E0-98BA-30050C4F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09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a6299e316040ca"/>
          <a:stretch xmlns:a="http://schemas.openxmlformats.org/drawingml/2006/main"/>
        </p:blipFill>
        <p:spPr>
          <a:xfrm xmlns:a="http://schemas.openxmlformats.org/drawingml/2006/main">
            <a:off x="7334250" y="1930003"/>
            <a:ext cx="3714750" cy="195024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571844-56E6-43F9-8574-A2C0F426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5334000" cy="2714625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5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D6EDF9-DFAD-4F4A-97B5-8533D3C9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762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4785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5C0EA6-6295-43F6-8CB0-206A5A96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62175"/>
            <a:ext cx="487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Contact page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A91923-2C04-41B1-9BB8-AE7B8F98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19375"/>
            <a:ext cx="48768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- Combines club email, official links, social pages, partner access, and the contact form.</a:t>
            </a:r>
          </a:p>
          <a:p xmlns:a="http://schemas.openxmlformats.org/drawingml/2006/main">
            <a:pPr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- Every square now has a clear icon for faster scanning.</a:t>
            </a:r>
          </a:p>
          <a:p xmlns:a="http://schemas.openxmlformats.org/drawingml/2006/main">
            <a:pPr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- Use this page as the link to share in groups.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152B25-FE1C-4881-A145-299E1237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434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Share this link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4452B5-AAC5-4C9B-B3B1-74FF6BE5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1965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047857"/>
                </a:solidFill>
              </a:defRPr>
            </a:pPr>
            <a:r>
              <a:rPr sz="1575" b="0">
                <a:solidFill>
                  <a:srgbClr val="047857"/>
                </a:solidFill>
              </a:rPr>
              <a:t>cavm-opportunity-hub-uaeu-2026.netlify.app</a:t>
            </a:r>
          </a:p>
          <a:p xmlns:a="http://schemas.openxmlformats.org/drawingml/2006/main">
            <a:pPr algn="ctr">
              <a:defRPr sz="1575" b="0">
                <a:solidFill>
                  <a:srgbClr val="047857"/>
                </a:solidFill>
              </a:defRPr>
            </a:pPr>
            <a:r>
              <a:rPr sz="1575" b="0">
                <a:solidFill>
                  <a:srgbClr val="047857"/>
                </a:solidFill>
              </a:rPr>
              <a:t>/contact</a:t>
            </a:r>
          </a:p>
        </p:txBody>
      </p:sp>
    </p:spTree>
    <p:extLst>
      <p:ext uri="{BB962C8B-B14F-4D97-AF65-F5344CB8AC3E}">
        <p14:creationId xmlns:p14="http://schemas.microsoft.com/office/powerpoint/2010/main" val="3434384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706571-3719-4C9A-8474-D87C08EA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47857"/>
                </a:solidFill>
              </a:defRPr>
            </a:pPr>
            <a:r>
              <a:rPr sz="1125" b="1">
                <a:solidFill>
                  <a:srgbClr val="047857"/>
                </a:solidFill>
              </a:rPr>
              <a:t>ADMIN CHECKLIST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5519CB-8B4B-4608-A255-93B1C45D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F172A"/>
                </a:solidFill>
              </a:defRPr>
            </a:pPr>
            <a:r>
              <a:rPr sz="3225" b="1">
                <a:solidFill>
                  <a:srgbClr val="0F172A"/>
                </a:solidFill>
              </a:rPr>
              <a:t>Before and after each update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C98D7C-08A8-4BF7-B111-4053CF0B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DF"/>
          </a:solidFill>
          <a:ln xmlns:a="http://schemas.openxmlformats.org/drawingml/2006/main" w="0">
            <a:solidFill>
              <a:srgbClr val="D9E5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065071-D1E9-4132-AB25-48152655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CAVM Club Website Operating Guide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5F2EB6-F8E8-4A5F-B0DF-AD6F813D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E02754-3E48-4582-A015-DFA42E35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333375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C7EA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E4A6C8-47D4-46BF-B3F1-761A43C9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24075"/>
            <a:ext cx="49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47857"/>
                </a:solidFill>
              </a:defRPr>
            </a:pPr>
            <a:r>
              <a:rPr sz="2700" b="1">
                <a:solidFill>
                  <a:srgbClr val="047857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EAA019-C175-40CA-A874-E0B42BF6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62175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Check public page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E6ABFA-9FB2-4B86-948F-A48443B5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00325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Open the page visitors will see. Confirm title, image, date, status, and buttons.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864A99-BC6D-4DA2-B00A-A6D3592B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52625"/>
            <a:ext cx="333375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C7EA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665CB0-AC00-46B0-82B2-98CCCB06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124075"/>
            <a:ext cx="49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47857"/>
                </a:solidFill>
              </a:defRPr>
            </a:pPr>
            <a:r>
              <a:rPr sz="2700" b="1">
                <a:solidFill>
                  <a:srgbClr val="047857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8B426F-8ECB-49E6-A290-C1E032BD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162175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Check admin list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09A185-97E9-46DD-AB74-5025F23F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600325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Open the matching admin section and confirm the new entry is visible.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B16F10-3190-4BFD-90C7-29299FD0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52625"/>
            <a:ext cx="333375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C7EA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0A0F95-6DC2-4FEF-AF60-9803F14C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24075"/>
            <a:ext cx="49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47857"/>
                </a:solidFill>
              </a:defRPr>
            </a:pPr>
            <a:r>
              <a:rPr sz="2700" b="1">
                <a:solidFill>
                  <a:srgbClr val="047857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C4C9F8-5B3C-46C9-9304-8514AC6C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62175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Check forms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29AB-961C-4AFC-8BA3-D8BF8B9E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00325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Submit a small test when needed and confirm it appears in the right admin inbox.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195A32-63D1-4D6E-BE34-103D17B2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5700"/>
            <a:ext cx="333375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C7EA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F2AACD-B40F-457F-BF1F-45D5A560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49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47857"/>
                </a:solidFill>
              </a:defRPr>
            </a:pPr>
            <a:r>
              <a:rPr sz="2700" b="1">
                <a:solidFill>
                  <a:srgbClr val="047857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9C7222-D0DC-45D0-B1F1-92E616FC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052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Keep status current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85EDB1-E390-4B6F-8F61-3A474DAC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43400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Move events from upcoming to completed or closed after they pass.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45AEAD-50A9-4EC9-8327-8BBD7D74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695700"/>
            <a:ext cx="333375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C7EA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26FC19-EFB6-4FEC-86A5-BCB50AAB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67150"/>
            <a:ext cx="49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47857"/>
                </a:solidFill>
              </a:defRPr>
            </a:pPr>
            <a:r>
              <a:rPr sz="2700" b="1">
                <a:solidFill>
                  <a:srgbClr val="047857"/>
                </a:solidFill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65CC88-4455-4CD0-BF11-8ED850A3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9052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Use approved images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352D0A-246E-4355-93C8-ED555128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343400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Photos should match the event and follow consent rules.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CA7DD3-B265-4D59-AD1F-EC813F64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95700"/>
            <a:ext cx="333375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C7EA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956354-44DE-4B96-9B7A-DDAC3785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67150"/>
            <a:ext cx="49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47857"/>
                </a:solidFill>
              </a:defRPr>
            </a:pPr>
            <a:r>
              <a:rPr sz="2700" b="1">
                <a:solidFill>
                  <a:srgbClr val="047857"/>
                </a:solidFill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8B5DFD-96AF-418B-8137-300D2914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9052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Share the right link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39A6E1-74E0-4A75-B8E6-03DC30BB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343400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Use Contact &amp; Links for groups and the specific event/opportunity page for targeted calls.</a:t>
            </a:r>
          </a:p>
        </p:txBody>
      </p:sp>
    </p:spTree>
    <p:extLst>
      <p:ext uri="{BB962C8B-B14F-4D97-AF65-F5344CB8AC3E}">
        <p14:creationId xmlns:p14="http://schemas.microsoft.com/office/powerpoint/2010/main" val="10471792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2026-06-29T15:48:42.3770000Z</dcterms:created>
  <dcterms:modified xsi:type="dcterms:W3CDTF">2026-06-29T15:48:42.3770000Z</dcterms:modified>
</coreProperties>
</file>